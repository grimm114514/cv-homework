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96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2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9E81E4-3641-4F3A-A7FF-071C8AD2EF04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59F46E65-11DE-47CE-9445-64200CF431A8}">
      <dgm:prSet phldrT="[文本]"/>
      <dgm:spPr/>
      <dgm:t>
        <a:bodyPr/>
        <a:lstStyle/>
        <a:p>
          <a:r>
            <a:rPr lang="zh-CN" altLang="en-US" dirty="0"/>
            <a:t>任务背景</a:t>
          </a:r>
        </a:p>
      </dgm:t>
    </dgm:pt>
    <dgm:pt modelId="{6924FC05-5095-4061-88BF-D773597A898D}" type="parTrans" cxnId="{42550E58-6C0B-48AD-AF54-8B1345B0FAE9}">
      <dgm:prSet/>
      <dgm:spPr/>
      <dgm:t>
        <a:bodyPr/>
        <a:lstStyle/>
        <a:p>
          <a:endParaRPr lang="zh-CN" altLang="en-US"/>
        </a:p>
      </dgm:t>
    </dgm:pt>
    <dgm:pt modelId="{0F607E61-83CA-4734-BA53-40836AD71787}" type="sibTrans" cxnId="{42550E58-6C0B-48AD-AF54-8B1345B0FAE9}">
      <dgm:prSet/>
      <dgm:spPr/>
      <dgm:t>
        <a:bodyPr/>
        <a:lstStyle/>
        <a:p>
          <a:endParaRPr lang="zh-CN" altLang="en-US"/>
        </a:p>
      </dgm:t>
    </dgm:pt>
    <dgm:pt modelId="{25D14F8C-5803-44A7-A2D2-0439D2593EC6}">
      <dgm:prSet phldrT="[文本]" custT="1"/>
      <dgm:spPr/>
      <dgm:t>
        <a:bodyPr/>
        <a:lstStyle/>
        <a:p>
          <a:r>
            <a:rPr lang="zh-CN" altLang="en-US" sz="2000" dirty="0"/>
            <a:t>相关概念</a:t>
          </a:r>
        </a:p>
      </dgm:t>
    </dgm:pt>
    <dgm:pt modelId="{DF5906ED-B823-4F74-9D86-BE0E5E402785}" type="parTrans" cxnId="{4E772B99-2B6B-4CEA-BE6F-D2BC97358644}">
      <dgm:prSet/>
      <dgm:spPr/>
      <dgm:t>
        <a:bodyPr/>
        <a:lstStyle/>
        <a:p>
          <a:endParaRPr lang="zh-CN" altLang="en-US"/>
        </a:p>
      </dgm:t>
    </dgm:pt>
    <dgm:pt modelId="{73B3280E-D8FD-4FEF-A35D-13B4293FBF27}" type="sibTrans" cxnId="{4E772B99-2B6B-4CEA-BE6F-D2BC97358644}">
      <dgm:prSet/>
      <dgm:spPr/>
      <dgm:t>
        <a:bodyPr/>
        <a:lstStyle/>
        <a:p>
          <a:endParaRPr lang="zh-CN" altLang="en-US"/>
        </a:p>
      </dgm:t>
    </dgm:pt>
    <dgm:pt modelId="{372EE177-9220-4540-AA03-54030447A842}">
      <dgm:prSet phldrT="[文本]" custT="1"/>
      <dgm:spPr/>
      <dgm:t>
        <a:bodyPr/>
        <a:lstStyle/>
        <a:p>
          <a:r>
            <a:rPr lang="zh-CN" altLang="en-US" sz="2000" dirty="0"/>
            <a:t>前人工作</a:t>
          </a:r>
        </a:p>
      </dgm:t>
    </dgm:pt>
    <dgm:pt modelId="{BF016E00-4292-4B47-B048-3FCCDAA2D9CA}" type="parTrans" cxnId="{E509526F-317B-4457-9853-75FD2511D6A7}">
      <dgm:prSet/>
      <dgm:spPr/>
      <dgm:t>
        <a:bodyPr/>
        <a:lstStyle/>
        <a:p>
          <a:endParaRPr lang="zh-CN" altLang="en-US"/>
        </a:p>
      </dgm:t>
    </dgm:pt>
    <dgm:pt modelId="{D37C1B84-5794-4071-B464-65C6DC93AE5C}" type="sibTrans" cxnId="{E509526F-317B-4457-9853-75FD2511D6A7}">
      <dgm:prSet/>
      <dgm:spPr/>
      <dgm:t>
        <a:bodyPr/>
        <a:lstStyle/>
        <a:p>
          <a:endParaRPr lang="zh-CN" altLang="en-US"/>
        </a:p>
      </dgm:t>
    </dgm:pt>
    <dgm:pt modelId="{E029E8E3-BA94-4E38-B486-F0BE93D0CB8F}">
      <dgm:prSet phldrT="[文本]"/>
      <dgm:spPr/>
      <dgm:t>
        <a:bodyPr/>
        <a:lstStyle/>
        <a:p>
          <a:r>
            <a:rPr lang="zh-CN" altLang="en-US" dirty="0"/>
            <a:t>论文原理</a:t>
          </a:r>
        </a:p>
      </dgm:t>
    </dgm:pt>
    <dgm:pt modelId="{14C61FFA-816C-44FC-864B-3C63AFE73F2F}" type="parTrans" cxnId="{869AFED1-D723-4F9E-B832-50B06E149789}">
      <dgm:prSet/>
      <dgm:spPr/>
      <dgm:t>
        <a:bodyPr/>
        <a:lstStyle/>
        <a:p>
          <a:endParaRPr lang="zh-CN" altLang="en-US"/>
        </a:p>
      </dgm:t>
    </dgm:pt>
    <dgm:pt modelId="{58AFD101-6985-4BF6-834D-539ECBFF4EB0}" type="sibTrans" cxnId="{869AFED1-D723-4F9E-B832-50B06E149789}">
      <dgm:prSet/>
      <dgm:spPr/>
      <dgm:t>
        <a:bodyPr/>
        <a:lstStyle/>
        <a:p>
          <a:endParaRPr lang="zh-CN" altLang="en-US"/>
        </a:p>
      </dgm:t>
    </dgm:pt>
    <dgm:pt modelId="{82C6670B-C307-4FC0-9F85-9E13BB2B7F32}">
      <dgm:prSet phldrT="[文本]" custT="1"/>
      <dgm:spPr/>
      <dgm:t>
        <a:bodyPr/>
        <a:lstStyle/>
        <a:p>
          <a:r>
            <a:rPr lang="zh-CN" altLang="en-US" sz="2000" dirty="0"/>
            <a:t>创新点</a:t>
          </a:r>
        </a:p>
      </dgm:t>
    </dgm:pt>
    <dgm:pt modelId="{ABBB20B2-9917-4FA2-BCD2-F2A3833F7B28}" type="parTrans" cxnId="{1808CAB8-EF62-4729-B09E-8CC7624BD396}">
      <dgm:prSet/>
      <dgm:spPr/>
      <dgm:t>
        <a:bodyPr/>
        <a:lstStyle/>
        <a:p>
          <a:endParaRPr lang="zh-CN" altLang="en-US"/>
        </a:p>
      </dgm:t>
    </dgm:pt>
    <dgm:pt modelId="{D05265B2-28E2-4298-8C87-7C3F9B6F13D6}" type="sibTrans" cxnId="{1808CAB8-EF62-4729-B09E-8CC7624BD396}">
      <dgm:prSet/>
      <dgm:spPr/>
      <dgm:t>
        <a:bodyPr/>
        <a:lstStyle/>
        <a:p>
          <a:endParaRPr lang="zh-CN" altLang="en-US"/>
        </a:p>
      </dgm:t>
    </dgm:pt>
    <dgm:pt modelId="{19AB9FAB-15B2-48E2-B7A9-EFD593131FF1}">
      <dgm:prSet phldrT="[文本]" custT="1"/>
      <dgm:spPr/>
      <dgm:t>
        <a:bodyPr/>
        <a:lstStyle/>
        <a:p>
          <a:r>
            <a:rPr lang="zh-CN" altLang="en-US" sz="2000" dirty="0"/>
            <a:t>网络架构</a:t>
          </a:r>
        </a:p>
      </dgm:t>
    </dgm:pt>
    <dgm:pt modelId="{17A52309-31FE-4073-87F8-6F9CFBA149E8}" type="parTrans" cxnId="{92F281DD-454B-4D6D-BA10-1B609943D278}">
      <dgm:prSet/>
      <dgm:spPr/>
      <dgm:t>
        <a:bodyPr/>
        <a:lstStyle/>
        <a:p>
          <a:endParaRPr lang="zh-CN" altLang="en-US"/>
        </a:p>
      </dgm:t>
    </dgm:pt>
    <dgm:pt modelId="{16633F28-5D9B-4463-B4EF-91761F2AD78D}" type="sibTrans" cxnId="{92F281DD-454B-4D6D-BA10-1B609943D278}">
      <dgm:prSet/>
      <dgm:spPr/>
      <dgm:t>
        <a:bodyPr/>
        <a:lstStyle/>
        <a:p>
          <a:endParaRPr lang="zh-CN" altLang="en-US"/>
        </a:p>
      </dgm:t>
    </dgm:pt>
    <dgm:pt modelId="{05BE3A41-958E-4FE3-9CDB-04212D4ACD67}">
      <dgm:prSet phldrT="[文本]"/>
      <dgm:spPr/>
      <dgm:t>
        <a:bodyPr/>
        <a:lstStyle/>
        <a:p>
          <a:r>
            <a:rPr lang="zh-CN" altLang="en-US" dirty="0"/>
            <a:t>实验</a:t>
          </a:r>
        </a:p>
      </dgm:t>
    </dgm:pt>
    <dgm:pt modelId="{E36211EB-3DC1-42E1-BC22-E28DC51C684F}" type="parTrans" cxnId="{0ADE4EBB-C7A6-4865-8353-86D20CDB74DE}">
      <dgm:prSet/>
      <dgm:spPr/>
      <dgm:t>
        <a:bodyPr/>
        <a:lstStyle/>
        <a:p>
          <a:endParaRPr lang="zh-CN" altLang="en-US"/>
        </a:p>
      </dgm:t>
    </dgm:pt>
    <dgm:pt modelId="{7A1AFF6E-B06C-4FDB-B2E5-E23D050CF923}" type="sibTrans" cxnId="{0ADE4EBB-C7A6-4865-8353-86D20CDB74DE}">
      <dgm:prSet/>
      <dgm:spPr/>
      <dgm:t>
        <a:bodyPr/>
        <a:lstStyle/>
        <a:p>
          <a:endParaRPr lang="zh-CN" altLang="en-US"/>
        </a:p>
      </dgm:t>
    </dgm:pt>
    <dgm:pt modelId="{588FAB3E-8E08-430E-A7D8-AB20D23081EF}">
      <dgm:prSet phldrT="[文本]" custT="1"/>
      <dgm:spPr/>
      <dgm:t>
        <a:bodyPr/>
        <a:lstStyle/>
        <a:p>
          <a:r>
            <a:rPr lang="zh-CN" altLang="en-US" sz="2000" dirty="0"/>
            <a:t>实验过程</a:t>
          </a:r>
        </a:p>
      </dgm:t>
    </dgm:pt>
    <dgm:pt modelId="{80D371FF-E907-468E-BA09-452839BBAF20}" type="parTrans" cxnId="{DA17A00B-7EEC-47EB-91B7-8731DFE8387D}">
      <dgm:prSet/>
      <dgm:spPr/>
      <dgm:t>
        <a:bodyPr/>
        <a:lstStyle/>
        <a:p>
          <a:endParaRPr lang="zh-CN" altLang="en-US"/>
        </a:p>
      </dgm:t>
    </dgm:pt>
    <dgm:pt modelId="{FC23DDF3-A4CC-473A-A2C6-95076648419B}" type="sibTrans" cxnId="{DA17A00B-7EEC-47EB-91B7-8731DFE8387D}">
      <dgm:prSet/>
      <dgm:spPr/>
      <dgm:t>
        <a:bodyPr/>
        <a:lstStyle/>
        <a:p>
          <a:endParaRPr lang="zh-CN" altLang="en-US"/>
        </a:p>
      </dgm:t>
    </dgm:pt>
    <dgm:pt modelId="{4F3F3D2A-F138-4985-AD1D-93D20DEAEF26}">
      <dgm:prSet phldrT="[文本]" custT="1"/>
      <dgm:spPr/>
      <dgm:t>
        <a:bodyPr/>
        <a:lstStyle/>
        <a:p>
          <a:r>
            <a:rPr lang="zh-CN" altLang="en-US" sz="2000" dirty="0"/>
            <a:t>结果与结论</a:t>
          </a:r>
        </a:p>
      </dgm:t>
    </dgm:pt>
    <dgm:pt modelId="{3F601823-9433-478C-BB07-163E2D71323F}" type="parTrans" cxnId="{6B925AEB-9487-4B5F-A3B8-3CF956316728}">
      <dgm:prSet/>
      <dgm:spPr/>
      <dgm:t>
        <a:bodyPr/>
        <a:lstStyle/>
        <a:p>
          <a:endParaRPr lang="zh-CN" altLang="en-US"/>
        </a:p>
      </dgm:t>
    </dgm:pt>
    <dgm:pt modelId="{0D715616-3874-46B5-9DB6-628F77002CDD}" type="sibTrans" cxnId="{6B925AEB-9487-4B5F-A3B8-3CF956316728}">
      <dgm:prSet/>
      <dgm:spPr/>
      <dgm:t>
        <a:bodyPr/>
        <a:lstStyle/>
        <a:p>
          <a:endParaRPr lang="zh-CN" altLang="en-US"/>
        </a:p>
      </dgm:t>
    </dgm:pt>
    <dgm:pt modelId="{E3731114-64D9-4F6A-8A95-389F5445CACE}">
      <dgm:prSet phldrT="[文本]" custT="1"/>
      <dgm:spPr/>
      <dgm:t>
        <a:bodyPr/>
        <a:lstStyle/>
        <a:p>
          <a:r>
            <a:rPr lang="zh-CN" altLang="en-US" sz="2000" dirty="0"/>
            <a:t>算法</a:t>
          </a:r>
        </a:p>
      </dgm:t>
    </dgm:pt>
    <dgm:pt modelId="{36140716-D216-46BD-9A3F-4573961A08DA}" type="parTrans" cxnId="{85AD9D6C-E1F7-4A2F-98F9-567F9F3C3F6A}">
      <dgm:prSet/>
      <dgm:spPr/>
      <dgm:t>
        <a:bodyPr/>
        <a:lstStyle/>
        <a:p>
          <a:endParaRPr lang="zh-CN" altLang="en-US"/>
        </a:p>
      </dgm:t>
    </dgm:pt>
    <dgm:pt modelId="{F81E8FC2-FE36-4FFB-A806-2E8C6E284C7A}" type="sibTrans" cxnId="{85AD9D6C-E1F7-4A2F-98F9-567F9F3C3F6A}">
      <dgm:prSet/>
      <dgm:spPr/>
      <dgm:t>
        <a:bodyPr/>
        <a:lstStyle/>
        <a:p>
          <a:endParaRPr lang="zh-CN" altLang="en-US"/>
        </a:p>
      </dgm:t>
    </dgm:pt>
    <dgm:pt modelId="{47FCFBF9-6E75-4F5C-B7F7-F452E464FB24}" type="pres">
      <dgm:prSet presAssocID="{239E81E4-3641-4F3A-A7FF-071C8AD2EF04}" presName="Name0" presStyleCnt="0">
        <dgm:presLayoutVars>
          <dgm:dir/>
          <dgm:animLvl val="lvl"/>
          <dgm:resizeHandles val="exact"/>
        </dgm:presLayoutVars>
      </dgm:prSet>
      <dgm:spPr/>
    </dgm:pt>
    <dgm:pt modelId="{0E9F2FFC-858B-4E6E-8055-C4E2E6E81DBE}" type="pres">
      <dgm:prSet presAssocID="{59F46E65-11DE-47CE-9445-64200CF431A8}" presName="composite" presStyleCnt="0"/>
      <dgm:spPr/>
    </dgm:pt>
    <dgm:pt modelId="{A0D0FF07-0FC2-4361-BBCB-886F168523C2}" type="pres">
      <dgm:prSet presAssocID="{59F46E65-11DE-47CE-9445-64200CF431A8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160DE56B-C1D9-42E4-A942-F7DDC8F7C922}" type="pres">
      <dgm:prSet presAssocID="{59F46E65-11DE-47CE-9445-64200CF431A8}" presName="desTx" presStyleLbl="alignAccFollowNode1" presStyleIdx="0" presStyleCnt="3">
        <dgm:presLayoutVars>
          <dgm:bulletEnabled val="1"/>
        </dgm:presLayoutVars>
      </dgm:prSet>
      <dgm:spPr/>
    </dgm:pt>
    <dgm:pt modelId="{AD587A14-5A11-4EF0-BAD4-98813806059D}" type="pres">
      <dgm:prSet presAssocID="{0F607E61-83CA-4734-BA53-40836AD71787}" presName="space" presStyleCnt="0"/>
      <dgm:spPr/>
    </dgm:pt>
    <dgm:pt modelId="{7D6D0BE7-08A8-432D-B3B5-D845093E3C95}" type="pres">
      <dgm:prSet presAssocID="{E029E8E3-BA94-4E38-B486-F0BE93D0CB8F}" presName="composite" presStyleCnt="0"/>
      <dgm:spPr/>
    </dgm:pt>
    <dgm:pt modelId="{E43B3BEE-510E-4395-BDAD-CB4CB5BA4C94}" type="pres">
      <dgm:prSet presAssocID="{E029E8E3-BA94-4E38-B486-F0BE93D0CB8F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7BD0FE5-FA42-4B26-B7DD-F817CB935346}" type="pres">
      <dgm:prSet presAssocID="{E029E8E3-BA94-4E38-B486-F0BE93D0CB8F}" presName="desTx" presStyleLbl="alignAccFollowNode1" presStyleIdx="1" presStyleCnt="3">
        <dgm:presLayoutVars>
          <dgm:bulletEnabled val="1"/>
        </dgm:presLayoutVars>
      </dgm:prSet>
      <dgm:spPr/>
    </dgm:pt>
    <dgm:pt modelId="{DC35FD3B-945A-4DB4-B383-EF33A79C357D}" type="pres">
      <dgm:prSet presAssocID="{58AFD101-6985-4BF6-834D-539ECBFF4EB0}" presName="space" presStyleCnt="0"/>
      <dgm:spPr/>
    </dgm:pt>
    <dgm:pt modelId="{00D4BCEC-1544-4EE2-8467-503538DFF539}" type="pres">
      <dgm:prSet presAssocID="{05BE3A41-958E-4FE3-9CDB-04212D4ACD67}" presName="composite" presStyleCnt="0"/>
      <dgm:spPr/>
    </dgm:pt>
    <dgm:pt modelId="{35C6C27F-C411-41AF-89D3-8DB1AB547C75}" type="pres">
      <dgm:prSet presAssocID="{05BE3A41-958E-4FE3-9CDB-04212D4ACD67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9B74609E-B1F4-46CE-9523-EA37010C8E5F}" type="pres">
      <dgm:prSet presAssocID="{05BE3A41-958E-4FE3-9CDB-04212D4ACD67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DA17A00B-7EEC-47EB-91B7-8731DFE8387D}" srcId="{05BE3A41-958E-4FE3-9CDB-04212D4ACD67}" destId="{588FAB3E-8E08-430E-A7D8-AB20D23081EF}" srcOrd="0" destOrd="0" parTransId="{80D371FF-E907-468E-BA09-452839BBAF20}" sibTransId="{FC23DDF3-A4CC-473A-A2C6-95076648419B}"/>
    <dgm:cxn modelId="{BF495230-ED9A-40EE-9902-417F2F9ED14D}" type="presOf" srcId="{E029E8E3-BA94-4E38-B486-F0BE93D0CB8F}" destId="{E43B3BEE-510E-4395-BDAD-CB4CB5BA4C94}" srcOrd="0" destOrd="0" presId="urn:microsoft.com/office/officeart/2005/8/layout/hList1"/>
    <dgm:cxn modelId="{CAD46063-114E-422D-8BD0-E380A789CC21}" type="presOf" srcId="{372EE177-9220-4540-AA03-54030447A842}" destId="{160DE56B-C1D9-42E4-A942-F7DDC8F7C922}" srcOrd="0" destOrd="1" presId="urn:microsoft.com/office/officeart/2005/8/layout/hList1"/>
    <dgm:cxn modelId="{9764CC44-85EA-48C7-8B09-3A82DC1AEEA0}" type="presOf" srcId="{588FAB3E-8E08-430E-A7D8-AB20D23081EF}" destId="{9B74609E-B1F4-46CE-9523-EA37010C8E5F}" srcOrd="0" destOrd="0" presId="urn:microsoft.com/office/officeart/2005/8/layout/hList1"/>
    <dgm:cxn modelId="{F0B6E447-D163-4ACD-9943-4818E8D668C0}" type="presOf" srcId="{239E81E4-3641-4F3A-A7FF-071C8AD2EF04}" destId="{47FCFBF9-6E75-4F5C-B7F7-F452E464FB24}" srcOrd="0" destOrd="0" presId="urn:microsoft.com/office/officeart/2005/8/layout/hList1"/>
    <dgm:cxn modelId="{85AD9D6C-E1F7-4A2F-98F9-567F9F3C3F6A}" srcId="{E029E8E3-BA94-4E38-B486-F0BE93D0CB8F}" destId="{E3731114-64D9-4F6A-8A95-389F5445CACE}" srcOrd="2" destOrd="0" parTransId="{36140716-D216-46BD-9A3F-4573961A08DA}" sibTransId="{F81E8FC2-FE36-4FFB-A806-2E8C6E284C7A}"/>
    <dgm:cxn modelId="{E509526F-317B-4457-9853-75FD2511D6A7}" srcId="{59F46E65-11DE-47CE-9445-64200CF431A8}" destId="{372EE177-9220-4540-AA03-54030447A842}" srcOrd="1" destOrd="0" parTransId="{BF016E00-4292-4B47-B048-3FCCDAA2D9CA}" sibTransId="{D37C1B84-5794-4071-B464-65C6DC93AE5C}"/>
    <dgm:cxn modelId="{8D1FC677-C5D8-4F64-8C9E-C2CC7252B704}" type="presOf" srcId="{05BE3A41-958E-4FE3-9CDB-04212D4ACD67}" destId="{35C6C27F-C411-41AF-89D3-8DB1AB547C75}" srcOrd="0" destOrd="0" presId="urn:microsoft.com/office/officeart/2005/8/layout/hList1"/>
    <dgm:cxn modelId="{42550E58-6C0B-48AD-AF54-8B1345B0FAE9}" srcId="{239E81E4-3641-4F3A-A7FF-071C8AD2EF04}" destId="{59F46E65-11DE-47CE-9445-64200CF431A8}" srcOrd="0" destOrd="0" parTransId="{6924FC05-5095-4061-88BF-D773597A898D}" sibTransId="{0F607E61-83CA-4734-BA53-40836AD71787}"/>
    <dgm:cxn modelId="{673E9F79-7DDD-4B00-BBEF-320EFC1FDF19}" type="presOf" srcId="{4F3F3D2A-F138-4985-AD1D-93D20DEAEF26}" destId="{9B74609E-B1F4-46CE-9523-EA37010C8E5F}" srcOrd="0" destOrd="1" presId="urn:microsoft.com/office/officeart/2005/8/layout/hList1"/>
    <dgm:cxn modelId="{1C7C3B93-AB66-4070-8409-85CF4FC42464}" type="presOf" srcId="{E3731114-64D9-4F6A-8A95-389F5445CACE}" destId="{57BD0FE5-FA42-4B26-B7DD-F817CB935346}" srcOrd="0" destOrd="2" presId="urn:microsoft.com/office/officeart/2005/8/layout/hList1"/>
    <dgm:cxn modelId="{4E772B99-2B6B-4CEA-BE6F-D2BC97358644}" srcId="{59F46E65-11DE-47CE-9445-64200CF431A8}" destId="{25D14F8C-5803-44A7-A2D2-0439D2593EC6}" srcOrd="0" destOrd="0" parTransId="{DF5906ED-B823-4F74-9D86-BE0E5E402785}" sibTransId="{73B3280E-D8FD-4FEF-A35D-13B4293FBF27}"/>
    <dgm:cxn modelId="{C84ABFB1-3A74-4CF9-A659-EC4BC185DDF4}" type="presOf" srcId="{25D14F8C-5803-44A7-A2D2-0439D2593EC6}" destId="{160DE56B-C1D9-42E4-A942-F7DDC8F7C922}" srcOrd="0" destOrd="0" presId="urn:microsoft.com/office/officeart/2005/8/layout/hList1"/>
    <dgm:cxn modelId="{4A439BB8-2425-4E6A-9082-5E382A553586}" type="presOf" srcId="{59F46E65-11DE-47CE-9445-64200CF431A8}" destId="{A0D0FF07-0FC2-4361-BBCB-886F168523C2}" srcOrd="0" destOrd="0" presId="urn:microsoft.com/office/officeart/2005/8/layout/hList1"/>
    <dgm:cxn modelId="{1808CAB8-EF62-4729-B09E-8CC7624BD396}" srcId="{E029E8E3-BA94-4E38-B486-F0BE93D0CB8F}" destId="{82C6670B-C307-4FC0-9F85-9E13BB2B7F32}" srcOrd="0" destOrd="0" parTransId="{ABBB20B2-9917-4FA2-BCD2-F2A3833F7B28}" sibTransId="{D05265B2-28E2-4298-8C87-7C3F9B6F13D6}"/>
    <dgm:cxn modelId="{0ADE4EBB-C7A6-4865-8353-86D20CDB74DE}" srcId="{239E81E4-3641-4F3A-A7FF-071C8AD2EF04}" destId="{05BE3A41-958E-4FE3-9CDB-04212D4ACD67}" srcOrd="2" destOrd="0" parTransId="{E36211EB-3DC1-42E1-BC22-E28DC51C684F}" sibTransId="{7A1AFF6E-B06C-4FDB-B2E5-E23D050CF923}"/>
    <dgm:cxn modelId="{869AFED1-D723-4F9E-B832-50B06E149789}" srcId="{239E81E4-3641-4F3A-A7FF-071C8AD2EF04}" destId="{E029E8E3-BA94-4E38-B486-F0BE93D0CB8F}" srcOrd="1" destOrd="0" parTransId="{14C61FFA-816C-44FC-864B-3C63AFE73F2F}" sibTransId="{58AFD101-6985-4BF6-834D-539ECBFF4EB0}"/>
    <dgm:cxn modelId="{06BA7DD2-1E62-4CBB-82FA-259BFC2BEA08}" type="presOf" srcId="{82C6670B-C307-4FC0-9F85-9E13BB2B7F32}" destId="{57BD0FE5-FA42-4B26-B7DD-F817CB935346}" srcOrd="0" destOrd="0" presId="urn:microsoft.com/office/officeart/2005/8/layout/hList1"/>
    <dgm:cxn modelId="{92F281DD-454B-4D6D-BA10-1B609943D278}" srcId="{E029E8E3-BA94-4E38-B486-F0BE93D0CB8F}" destId="{19AB9FAB-15B2-48E2-B7A9-EFD593131FF1}" srcOrd="1" destOrd="0" parTransId="{17A52309-31FE-4073-87F8-6F9CFBA149E8}" sibTransId="{16633F28-5D9B-4463-B4EF-91761F2AD78D}"/>
    <dgm:cxn modelId="{6B925AEB-9487-4B5F-A3B8-3CF956316728}" srcId="{05BE3A41-958E-4FE3-9CDB-04212D4ACD67}" destId="{4F3F3D2A-F138-4985-AD1D-93D20DEAEF26}" srcOrd="1" destOrd="0" parTransId="{3F601823-9433-478C-BB07-163E2D71323F}" sibTransId="{0D715616-3874-46B5-9DB6-628F77002CDD}"/>
    <dgm:cxn modelId="{BA8DEBED-D394-4CBD-AD5A-1C8A844C37B1}" type="presOf" srcId="{19AB9FAB-15B2-48E2-B7A9-EFD593131FF1}" destId="{57BD0FE5-FA42-4B26-B7DD-F817CB935346}" srcOrd="0" destOrd="1" presId="urn:microsoft.com/office/officeart/2005/8/layout/hList1"/>
    <dgm:cxn modelId="{19AD94EE-38DE-4B59-B976-5F5AC31771FC}" type="presParOf" srcId="{47FCFBF9-6E75-4F5C-B7F7-F452E464FB24}" destId="{0E9F2FFC-858B-4E6E-8055-C4E2E6E81DBE}" srcOrd="0" destOrd="0" presId="urn:microsoft.com/office/officeart/2005/8/layout/hList1"/>
    <dgm:cxn modelId="{08233385-3DB7-4A21-AEA3-393D9EF2BDB9}" type="presParOf" srcId="{0E9F2FFC-858B-4E6E-8055-C4E2E6E81DBE}" destId="{A0D0FF07-0FC2-4361-BBCB-886F168523C2}" srcOrd="0" destOrd="0" presId="urn:microsoft.com/office/officeart/2005/8/layout/hList1"/>
    <dgm:cxn modelId="{9B9FE761-9379-4C5E-BEB0-98B0A5E279EC}" type="presParOf" srcId="{0E9F2FFC-858B-4E6E-8055-C4E2E6E81DBE}" destId="{160DE56B-C1D9-42E4-A942-F7DDC8F7C922}" srcOrd="1" destOrd="0" presId="urn:microsoft.com/office/officeart/2005/8/layout/hList1"/>
    <dgm:cxn modelId="{CE04137A-8720-40D5-B236-1C48E313EAD1}" type="presParOf" srcId="{47FCFBF9-6E75-4F5C-B7F7-F452E464FB24}" destId="{AD587A14-5A11-4EF0-BAD4-98813806059D}" srcOrd="1" destOrd="0" presId="urn:microsoft.com/office/officeart/2005/8/layout/hList1"/>
    <dgm:cxn modelId="{5F2361A7-4AF3-4CAA-9892-7EC91E131B3E}" type="presParOf" srcId="{47FCFBF9-6E75-4F5C-B7F7-F452E464FB24}" destId="{7D6D0BE7-08A8-432D-B3B5-D845093E3C95}" srcOrd="2" destOrd="0" presId="urn:microsoft.com/office/officeart/2005/8/layout/hList1"/>
    <dgm:cxn modelId="{0E14F166-BDC8-411A-AF69-B4299F593763}" type="presParOf" srcId="{7D6D0BE7-08A8-432D-B3B5-D845093E3C95}" destId="{E43B3BEE-510E-4395-BDAD-CB4CB5BA4C94}" srcOrd="0" destOrd="0" presId="urn:microsoft.com/office/officeart/2005/8/layout/hList1"/>
    <dgm:cxn modelId="{AB2A7636-772D-4600-BB5E-E08A1EAFA2A1}" type="presParOf" srcId="{7D6D0BE7-08A8-432D-B3B5-D845093E3C95}" destId="{57BD0FE5-FA42-4B26-B7DD-F817CB935346}" srcOrd="1" destOrd="0" presId="urn:microsoft.com/office/officeart/2005/8/layout/hList1"/>
    <dgm:cxn modelId="{8A3892E2-8CB4-426F-87EA-6C6E5D4E36FC}" type="presParOf" srcId="{47FCFBF9-6E75-4F5C-B7F7-F452E464FB24}" destId="{DC35FD3B-945A-4DB4-B383-EF33A79C357D}" srcOrd="3" destOrd="0" presId="urn:microsoft.com/office/officeart/2005/8/layout/hList1"/>
    <dgm:cxn modelId="{41909644-9DEA-46C4-85C1-30B2C56174F5}" type="presParOf" srcId="{47FCFBF9-6E75-4F5C-B7F7-F452E464FB24}" destId="{00D4BCEC-1544-4EE2-8467-503538DFF539}" srcOrd="4" destOrd="0" presId="urn:microsoft.com/office/officeart/2005/8/layout/hList1"/>
    <dgm:cxn modelId="{950DC48A-7FA7-4B22-BDF0-2681A4E85745}" type="presParOf" srcId="{00D4BCEC-1544-4EE2-8467-503538DFF539}" destId="{35C6C27F-C411-41AF-89D3-8DB1AB547C75}" srcOrd="0" destOrd="0" presId="urn:microsoft.com/office/officeart/2005/8/layout/hList1"/>
    <dgm:cxn modelId="{10BA437C-B77E-48C7-873D-323959DCCA5E}" type="presParOf" srcId="{00D4BCEC-1544-4EE2-8467-503538DFF539}" destId="{9B74609E-B1F4-46CE-9523-EA37010C8E5F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D0FF07-0FC2-4361-BBCB-886F168523C2}">
      <dsp:nvSpPr>
        <dsp:cNvPr id="0" name=""/>
        <dsp:cNvSpPr/>
      </dsp:nvSpPr>
      <dsp:spPr>
        <a:xfrm>
          <a:off x="2540" y="1379553"/>
          <a:ext cx="2476500" cy="990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154432" rIns="270256" bIns="154432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任务背景</a:t>
          </a:r>
        </a:p>
      </dsp:txBody>
      <dsp:txXfrm>
        <a:off x="2540" y="1379553"/>
        <a:ext cx="2476500" cy="990600"/>
      </dsp:txXfrm>
    </dsp:sp>
    <dsp:sp modelId="{160DE56B-C1D9-42E4-A942-F7DDC8F7C922}">
      <dsp:nvSpPr>
        <dsp:cNvPr id="0" name=""/>
        <dsp:cNvSpPr/>
      </dsp:nvSpPr>
      <dsp:spPr>
        <a:xfrm>
          <a:off x="2540" y="2370153"/>
          <a:ext cx="2476500" cy="16689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相关概念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前人工作</a:t>
          </a:r>
        </a:p>
      </dsp:txBody>
      <dsp:txXfrm>
        <a:off x="2540" y="2370153"/>
        <a:ext cx="2476500" cy="1668960"/>
      </dsp:txXfrm>
    </dsp:sp>
    <dsp:sp modelId="{E43B3BEE-510E-4395-BDAD-CB4CB5BA4C94}">
      <dsp:nvSpPr>
        <dsp:cNvPr id="0" name=""/>
        <dsp:cNvSpPr/>
      </dsp:nvSpPr>
      <dsp:spPr>
        <a:xfrm>
          <a:off x="2825750" y="1379553"/>
          <a:ext cx="2476500" cy="990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154432" rIns="270256" bIns="154432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论文原理</a:t>
          </a:r>
        </a:p>
      </dsp:txBody>
      <dsp:txXfrm>
        <a:off x="2825750" y="1379553"/>
        <a:ext cx="2476500" cy="990600"/>
      </dsp:txXfrm>
    </dsp:sp>
    <dsp:sp modelId="{57BD0FE5-FA42-4B26-B7DD-F817CB935346}">
      <dsp:nvSpPr>
        <dsp:cNvPr id="0" name=""/>
        <dsp:cNvSpPr/>
      </dsp:nvSpPr>
      <dsp:spPr>
        <a:xfrm>
          <a:off x="2825750" y="2370153"/>
          <a:ext cx="2476500" cy="16689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创新点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网络架构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算法</a:t>
          </a:r>
        </a:p>
      </dsp:txBody>
      <dsp:txXfrm>
        <a:off x="2825750" y="2370153"/>
        <a:ext cx="2476500" cy="1668960"/>
      </dsp:txXfrm>
    </dsp:sp>
    <dsp:sp modelId="{35C6C27F-C411-41AF-89D3-8DB1AB547C75}">
      <dsp:nvSpPr>
        <dsp:cNvPr id="0" name=""/>
        <dsp:cNvSpPr/>
      </dsp:nvSpPr>
      <dsp:spPr>
        <a:xfrm>
          <a:off x="5648960" y="1379553"/>
          <a:ext cx="2476500" cy="990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0256" tIns="154432" rIns="270256" bIns="154432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实验</a:t>
          </a:r>
        </a:p>
      </dsp:txBody>
      <dsp:txXfrm>
        <a:off x="5648960" y="1379553"/>
        <a:ext cx="2476500" cy="990600"/>
      </dsp:txXfrm>
    </dsp:sp>
    <dsp:sp modelId="{9B74609E-B1F4-46CE-9523-EA37010C8E5F}">
      <dsp:nvSpPr>
        <dsp:cNvPr id="0" name=""/>
        <dsp:cNvSpPr/>
      </dsp:nvSpPr>
      <dsp:spPr>
        <a:xfrm>
          <a:off x="5648960" y="2370153"/>
          <a:ext cx="2476500" cy="16689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实验过程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CN" altLang="en-US" sz="2000" kern="1200" dirty="0"/>
            <a:t>结果与结论</a:t>
          </a:r>
        </a:p>
      </dsp:txBody>
      <dsp:txXfrm>
        <a:off x="5648960" y="2370153"/>
        <a:ext cx="2476500" cy="16689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030193-1ADC-39D8-847D-7F61BF6E6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ABE5DA-753B-E91D-8220-0B122ED1A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EC3E99-D6DE-EEFC-EAE3-39830ECAA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17E8E0-6FEE-A464-5284-6DD1D9563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6046ED-7810-35C2-9E18-F4A278A37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861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B99F02-523F-5DC0-358C-AD74F8A5F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FC6794-5CAB-2DBA-4993-96CBFD7AE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3513E63-A075-B136-F296-872E140B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7DC0F7-EBD0-53ED-1F8B-3EFF897C2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CE05E0F-50CF-7E6D-E0BD-10E74602E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0754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29707C-2203-5221-F6FE-984A645A3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439A99-CF91-72FB-AC64-9363858AC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67A8DD-644A-C51F-CDC3-9C3778E35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079373-CF8C-DD8C-D98D-B8F4869E0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8BFB0C-BB10-5749-A794-3F9A316D3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5996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8BB3A8-49F2-EE5F-86C6-66ED1D11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1F0E5A-22EC-C3ED-25E5-16E1F9D283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0C578A6-E064-73B9-9128-45051561AA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B8CFB3A-DF32-9358-9D38-9301C4B09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3C40B01-E234-DE41-E248-D1D25F629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C3F9959-631D-A540-59CD-600008B79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2126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BC7910-C0C8-D36F-0906-58EBBC7DE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D5CA71-2B65-C7F4-1A1E-BF8833665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5B7875F-3553-633E-AB1E-89CCB5326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B795283-F7CE-9210-1022-DEBEDC2B48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09BAF88-AB8D-DAA1-47C1-B8428F4902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CABF50D-372A-5D02-7C74-C776682FB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BB2CCCD-0D4B-65D2-B5F9-1FA2F1C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3194F19-41AC-02F9-9321-C12863B0C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793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490835-8422-208D-23CB-2655C8E2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6C15911-DC57-16D6-BCA4-516814A14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F86809F-2DAE-4AAF-48D0-D97FABF45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7876034-2C63-C24F-53D3-A0F57F884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1328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64BC9C7-6615-04C2-C194-A1C8795AE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85F220C-8038-7024-5866-1E09197ED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1315C21-4332-0D55-4F0D-5FE02D3D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8133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8C958-D6E3-550E-DA39-D1E91CC50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E56EE27-E85F-A809-89B3-CBBB14396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985456-0B82-71C7-98AA-087A5FE0B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E13D3B-E819-FCCE-24B9-B9A93C610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A55159-A2B9-1BCD-9808-26E5589D3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409620-1F84-C896-17E3-9B1E5B12D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764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F7D74C-A2A7-EC42-D2F2-1393B0AD4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A180771-9703-F02F-FE76-74F6D13F9F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94494F7-9C42-43F9-F318-A8D60C6C92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7651F1-F029-77A2-7DC4-FA9AD37A2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CC336D-AD79-3856-C37D-4E3BB5CB0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2F8B05-0979-41D8-F33E-709590FF5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493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7D83FD-4955-70DD-8F8C-06BC19BFD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711C8C3-BED2-176E-4741-75A27E9D25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4DA332-1741-D67E-460F-263EB4DC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047320-6F44-9B67-B1D2-462A05A0E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46B96C5-16FE-D9C2-1231-9E74EF2F8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065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F56286-418C-834E-8F22-FEBAE4AA9D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C04960-8E45-C97A-181E-2DB7FDB3A0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64882F-E217-8FA2-6659-F5BF8AA2F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7A7925-5822-F807-492D-42DF445C5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310E20-1DFA-F49B-5AE3-74CF6DE7B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9526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AC84D3B-3719-648D-EB40-9FC1B5ED5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CECE4A-4484-F308-4950-0F5F05478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BE0D5F-65C8-834E-88AE-7F65D6D9B8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223DE6-8C69-450A-B260-047DE1F54FDF}" type="datetimeFigureOut">
              <a:rPr lang="zh-CN" altLang="en-US" smtClean="0"/>
              <a:t>2025/12/16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611D48-DF80-030C-207E-EAC805FBD6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65FE6D-E649-8E1A-C660-CA6E28EC9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2B760-9D30-4335-BEA8-6CAD16A6F2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961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7B3E12-61DD-66DE-8B27-8174A90F2E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202059B-F3E2-A6C0-2EBD-674AC8EABE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80A1D2A-4420-2860-0D21-182D04543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596" y="14358"/>
            <a:ext cx="2031859" cy="203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06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C379-97E3-85EA-CA03-93BA899DB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B65DB5-57C3-309D-4BFA-5FF217F5F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5534"/>
          </a:xfrm>
        </p:spPr>
        <p:txBody>
          <a:bodyPr>
            <a:normAutofit/>
          </a:bodyPr>
          <a:lstStyle/>
          <a:p>
            <a:r>
              <a:rPr lang="zh-CN" altLang="en-US" sz="3200" dirty="0"/>
              <a:t>目录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2BF8D66-E13D-E6B0-D7A3-53799BD152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30A0F03-C770-0873-3E40-8283749AC09B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图示 13">
            <a:extLst>
              <a:ext uri="{FF2B5EF4-FFF2-40B4-BE49-F238E27FC236}">
                <a16:creationId xmlns:a16="http://schemas.microsoft.com/office/drawing/2014/main" id="{BA47F173-E4C4-9F1C-10E9-6A19F64D0CE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5071492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81310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8665C-3BFB-E06D-5424-38635F7A0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5D832-68BC-C910-A03F-0635BEE52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9000"/>
            <a:ext cx="10515600" cy="865534"/>
          </a:xfrm>
        </p:spPr>
        <p:txBody>
          <a:bodyPr>
            <a:normAutofit/>
          </a:bodyPr>
          <a:lstStyle/>
          <a:p>
            <a:pPr algn="ctr"/>
            <a:r>
              <a:rPr lang="zh-CN" altLang="en-US" sz="3200" dirty="0"/>
              <a:t>相关概念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5969DCA-ABD5-815F-39EB-5A07D9F028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266" y="310124"/>
            <a:ext cx="865534" cy="865534"/>
          </a:xfr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9368907-10C2-AD0E-0B27-0A90A94FAFFC}"/>
              </a:ext>
            </a:extLst>
          </p:cNvPr>
          <p:cNvCxnSpPr/>
          <p:nvPr/>
        </p:nvCxnSpPr>
        <p:spPr>
          <a:xfrm>
            <a:off x="893774" y="1236928"/>
            <a:ext cx="10548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339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1774</TotalTime>
  <Words>22</Words>
  <Application>Microsoft Office PowerPoint</Application>
  <PresentationFormat>宽屏</PresentationFormat>
  <Paragraphs>12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目录</vt:lpstr>
      <vt:lpstr>相关概念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银昊 许</dc:creator>
  <cp:lastModifiedBy>Zongxun Zhang</cp:lastModifiedBy>
  <cp:revision>46</cp:revision>
  <dcterms:created xsi:type="dcterms:W3CDTF">2025-12-09T02:58:36Z</dcterms:created>
  <dcterms:modified xsi:type="dcterms:W3CDTF">2025-12-15T22:04:14Z</dcterms:modified>
</cp:coreProperties>
</file>